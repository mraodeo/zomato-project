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hES5hQFLee45Yac/Ylfw3HDLL0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9C1C14-0CF7-4194-99C7-013158440A67}">
  <a:tblStyle styleId="{BE9C1C14-0CF7-4194-99C7-013158440A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7a45acf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7a45acf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7a45acf09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7a45acf0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a45acf09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7a45acf09_0_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g3e7a45acf09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akshamarora9575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00000" y="10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 Engineering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00000" y="16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 Vibe Coding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00000" y="235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talk to AI — and how to build with it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30000" y="290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Session 2 — GenAI Cohort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30000" y="37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Saksham Arora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30000" y="3950000"/>
            <a:ext cx="5667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Software Engineer II @ Intuit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 - Software Engineer @ Microsoft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https://www.linkedin.com/in/sakshamarora9575/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30000" y="4200000"/>
            <a:ext cx="399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 Recap — What We Learned Last Time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535475" y="914400"/>
            <a:ext cx="80001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 LLM (like </a:t>
            </a:r>
            <a:r>
              <a:rPr lang="en-US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Chat GPT</a:t>
            </a: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) is just a very smart auto-complete.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guesses the next word, again and again, until your answer is done.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has problems we need to fix: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•  It can make stuff up (hallucination)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•  It doesn't know your company's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•  It has a date cutoff — doesn't know about anything after that date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Today, we'll learn the FIRST and EASIEST way to get better answers: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Just talk to it better. That's prompt engineering.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We'll Cover Today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457200" y="873900"/>
            <a:ext cx="8000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①  What is a prompt? Why do good prompts matter?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②  The 4-part recipe for a great prompt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③  Prompt techniques — zero-shot, few-shot, role-based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④  </a:t>
            </a:r>
            <a:r>
              <a:rPr lang="en-US" sz="18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Chain-of-Thought — making AI 'think step by step'</a:t>
            </a:r>
            <a:endParaRPr sz="18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⑤  </a:t>
            </a:r>
            <a:r>
              <a:rPr lang="en-US" sz="18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Vibe Coding — building software by chatting with AI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⑥  </a:t>
            </a:r>
            <a:r>
              <a:rPr lang="en-US" sz="18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Live examples + a quick exercise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Prompt?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571500" y="1000000"/>
            <a:ext cx="80001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prompt is the message you send to the AI.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That's it. Whatever you type into </a:t>
            </a:r>
            <a:r>
              <a:rPr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Chat GPT</a:t>
            </a: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— that is a prompt.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Examples of prompts: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"Translate this sentence to Hindi"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"Write a Python function to add two numbers"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"Explain machine learning to a 10-year-old"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Prompt engineering</a:t>
            </a: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= writing your message in a smart way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so the AI gives you a better answer.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is the cheapest, fastest, and most powerful skill in GenAI.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No coding required. No new libraries. Just better English.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4-Part Recipe — R.T.C.F.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457200" y="950000"/>
            <a:ext cx="17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— Role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2200000" y="950000"/>
            <a:ext cx="6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Tell the AI WHO it should pretend to be.</a:t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2200000" y="130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"You are an expert Python tutor."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457200" y="1850000"/>
            <a:ext cx="17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— Task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2200000" y="1850000"/>
            <a:ext cx="6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Tell the AI exactly WHAT to do.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2200000" y="220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"Explain how a for-loop works."</a:t>
            </a:r>
            <a:endParaRPr/>
          </a:p>
        </p:txBody>
      </p:sp>
      <p:sp>
        <p:nvSpPr>
          <p:cNvPr id="124" name="Google Shape;124;p6"/>
          <p:cNvSpPr txBox="1"/>
          <p:nvPr/>
        </p:nvSpPr>
        <p:spPr>
          <a:xfrm>
            <a:off x="457200" y="2750000"/>
            <a:ext cx="17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— Context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2200000" y="2750000"/>
            <a:ext cx="6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Give the AI any background info it needs.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2200000" y="310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"My student knows variables and if/else, but nothing else."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457200" y="3650000"/>
            <a:ext cx="17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— Format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2200000" y="3650000"/>
            <a:ext cx="6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Tell the AI HOW you want the answer.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2200000" y="4000000"/>
            <a:ext cx="65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"Answer in 3 short bullet points with one example."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457200" y="46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Use all 4 every time you really care about the answer.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1 — Asking AI to Write an Email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Bad Prompt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"Write an email to my manager"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What the AI does: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Guesses the topic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Guesses the tone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Guesses the length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Adds random details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You'll have to edit it 5 times.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Good Prompt (R.T.C.F.)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Role: You are a professional employee.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Task: Write an email to my manager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asking for 2 days of leave next week.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Context: I want leave on Thursday and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Friday. Reason: my sister's wedding.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Format: Keep it 3 short paragraphs,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polite tone, with a clear subject 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2 — Asking AI for Code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Bad Prompt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"Give me code for login"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What the AI does: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Picks a random language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Picks a random framework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Skips validation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• No error handling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You'll spend 30 minutes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fixing it.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Good Prompt (R.T.C.F.)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Role: You are a senior Python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developer.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Task: Write a login function.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Context: We use Flask. Username +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password come from a form. Check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against MySQL 'users' table.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Format: One function, with comments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and basic error handling.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Prompt Techniques You Should Know</a:t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571950" y="770275"/>
            <a:ext cx="8000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There are dozens of fancy techniques. We'll learn the 3 that matter most: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Zero-shot prompting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Just ask, no examples given. Simplest form.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Few-shot prompting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Show the AI 2-3 examples first, then ask your question.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Role-based prompting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Tell the AI to act as a specific expert.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Master these three and you'll handle 90% of real situations.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Technique 1 — Zero-Shot Prompting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526975" y="860800"/>
            <a:ext cx="8000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"Zero" examples. You just ask. The AI figures it out.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"Classify this review as Positive or Negative: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 "The food was cold and the waiter was rude." 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AI answers: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Negative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When to use: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Simple tasks: translate, summarize, classify common things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When the task is obvious from the words alone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When NOT to use: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Tasks with custom rules or formats your AI can't guess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When you need a very specific style of answer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Technique 2 — Few-Shot Prompting</a:t>
            </a:r>
            <a:endParaRPr/>
          </a:p>
        </p:txBody>
      </p:sp>
      <p:sp>
        <p:nvSpPr>
          <p:cNvPr id="166" name="Google Shape;166;p11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Give the AI a few examples first. Then ask your real question.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Like teaching a kid: "see how I did these 2? now you try."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Example — extract the city from a sentence: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Sentence: "I am flying to Mumbai tomorrow."   →   City: Mumbai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Sentence: "Bangalore weather is great."        →   City: Bangalore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Sentence: "Met my friend at Delhi airport."    →   City: Delhi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   Sentence: "Heading to Hyderabad next week."   →   City: 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683FBE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AI sees the pattern and answers:  Hyderabad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1E884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When to use: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You need a very specific format in the answer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The task is unusual or company-specific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Zero-shot gave you garbage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7a45acf09_0_0"/>
          <p:cNvSpPr txBox="1"/>
          <p:nvPr/>
        </p:nvSpPr>
        <p:spPr>
          <a:xfrm>
            <a:off x="387350" y="378325"/>
            <a:ext cx="8305200" cy="4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 1: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Q: Shopkeeper buys apples at Rs 10 each, sells at Rs 15.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Sells 20 apples. Profit?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Reasoning: CP = 20 x 10 = 200.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 = 20 x 15 = 300.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Profit = 300 - 200 = 100.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A: The profit is Rs 100.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Now solve this: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Q: A vendor buys pens at Rs 5, sells at Rs 8. Sells 50 pens.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Daily profit?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Reasoning: [think step by step]</a:t>
            </a:r>
            <a:endParaRPr sz="19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Technique 3 — Role-Based Prompting</a:t>
            </a:r>
            <a:endParaRPr/>
          </a:p>
        </p:txBody>
      </p:sp>
      <p:sp>
        <p:nvSpPr>
          <p:cNvPr id="177" name="Google Shape;177;p12"/>
          <p:cNvSpPr txBox="1"/>
          <p:nvPr/>
        </p:nvSpPr>
        <p:spPr>
          <a:xfrm>
            <a:off x="572000" y="914400"/>
            <a:ext cx="80001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Tell the AI: "You are a ___". The answer style changes a LOT.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Same question: "Why is my code slow?"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5A98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Role 1: "You are a beginner Python tutor."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→  Friendly, simple language, beginner-level tips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Role 2: "You are a senior performance engineer at Google."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→  Technical, talks about profiling, big-O, caching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Role 3: "You are a sarcastic StackOverflow user."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→  Snarky reply telling you to "just read the docs"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Why it works: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role primes the AI to pick the right vocabulary, depth, and tone.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Pro tip — combine it: 'You are a senior X. Explain Y to a junior Z.'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Chain-of-Thought — Make AI Think Step by Step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572000" y="1248175"/>
            <a:ext cx="80001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Sometimes the AI rushes the answer and gets it wrong.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The fix is one magic phrase: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   "Let's think step by step."</a:t>
            </a:r>
            <a:endParaRPr b="1" i="0" sz="1700" u="none" cap="none" strike="noStrike">
              <a:solidFill>
                <a:srgbClr val="683FBE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83FBE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That's it. You add this one line and the AI: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Slows down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Breaks the problem into small parts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Checks each part before moving on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This works almost like magic for: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Math problems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Logic puzzles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Multi-step instructions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 Debugging code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Chain-of-Thought — Real Example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Without CoT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Prompt: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"A shop has 23 apples. It sells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5 in the morning, then buys 12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more, then sells 7 in the evening.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How many apples are left?"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AI (rushing):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"The shop has 18 apples."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Wrong! It guessed.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With CoT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Prompt:  same question +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"Let's think step by step."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AI: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Start: 23 apples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Sold 5 → 23 - 5 = 18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Bought 12 → 18 + 12 = 30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Sold 7 → 30 - 7 = 23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Answer: 23 apples. ✓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Chain-of-Thought — Quick Guide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571500" y="1000000"/>
            <a:ext cx="80001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 Chain-of-Thought when: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The question needs counting, math, or logic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There are 2 or more steps to reason through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The first answer felt 'rushed' or wrong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Easy phrases that trigger CoT: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"Let's think step by step."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"Walk me through your reasoning."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"Show your working."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"Solve this carefully, one step at a time."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Bonus: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Modern models (GPT-4, Claude, Gemini) often do CoT automatically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 But adding the phrase always helps when in doubt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'Vibe Coding'?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Term coined by Andrej Karpathy (2025) — co-founder of OpenAI.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Old way of coding: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You type every line. You read docs. You debug for hours.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Vibe coding: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You describe what you want — in plain English.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The AI writes the code.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You run it. If it works, great. If not, you tell the AI what's wrong.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Repeat until done.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"You give in to the vibes. You forget that the code even exists."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                                       — Andrej Karpathy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It works because today's AIs are very good at writing working code.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Vibe Coding Loop — 4 Simple Steps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1000000"/>
            <a:ext cx="80001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Describe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Tell the AI what you want.  e.g. "Build me a to-do list app in React."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Generate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 AI writes the code. You don't write it line-by-line.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Run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You hit Run / Preview. See if it works.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Refine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Tell the AI what to change.  e.g. "Make the buttons blue. Add a delete button."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Then go back to step 2. Repeat until happy.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You don't need to read every line — you just need to know what you want.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Popular Vibe Coding Tools</a:t>
            </a:r>
            <a:endParaRPr/>
          </a:p>
        </p:txBody>
      </p:sp>
      <p:graphicFrame>
        <p:nvGraphicFramePr>
          <p:cNvPr id="216" name="Google Shape;216;p21"/>
          <p:cNvGraphicFramePr/>
          <p:nvPr/>
        </p:nvGraphicFramePr>
        <p:xfrm>
          <a:off x="4572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{BE9C1C14-0CF7-4194-99C7-013158440A67}</a:tableStyleId>
              </a:tblPr>
              <a:tblGrid>
                <a:gridCol w="2743200"/>
                <a:gridCol w="2743200"/>
                <a:gridCol w="2743200"/>
              </a:tblGrid>
              <a:tr h="362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Free tier?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highlight>
                            <a:srgbClr val="93C47D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Cursor</a:t>
                      </a:r>
                      <a:endParaRPr>
                        <a:highlight>
                          <a:srgbClr val="93C47D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highlight>
                            <a:srgbClr val="93C47D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Coding inside an IDE (like VS Code)</a:t>
                      </a:r>
                      <a:endParaRPr>
                        <a:highlight>
                          <a:srgbClr val="93C47D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highlight>
                            <a:srgbClr val="93C47D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 (limited)</a:t>
                      </a:r>
                      <a:endParaRPr>
                        <a:highlight>
                          <a:srgbClr val="93C47D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GitHub Copilot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Auto-complete inside VS 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Free for students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Lovable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Build full web apps from one prompt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v0 by Vercel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Generate UI / React components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Bolt.new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Build &amp; deploy apps in browser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Replit Agent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Full apps, chat-based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Yes (limited)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highlight>
                            <a:srgbClr val="6AA84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Claude Code / Codex</a:t>
                      </a:r>
                      <a:endParaRPr>
                        <a:highlight>
                          <a:srgbClr val="6AA84F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highlight>
                            <a:srgbClr val="6AA84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Terminal-based AI coding</a:t>
                      </a:r>
                      <a:endParaRPr>
                        <a:highlight>
                          <a:srgbClr val="6AA84F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highlight>
                            <a:srgbClr val="6AA84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Paid</a:t>
                      </a:r>
                      <a:endParaRPr>
                        <a:highlight>
                          <a:srgbClr val="6AA84F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21"/>
          <p:cNvSpPr txBox="1"/>
          <p:nvPr/>
        </p:nvSpPr>
        <p:spPr>
          <a:xfrm>
            <a:off x="457200" y="42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Pick one and play with it. They all work the same way underneath.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Vibe Coding — Do's and Don'ts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DO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457200" y="1350000"/>
            <a:ext cx="39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Be very specific in your first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prompt — describe everything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Show examples of what you want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Run the code often — every few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minutes, not at the end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Ask AI to explain code you don't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understand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Save your work to git — you'll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want to undo bad ideas</a:t>
            </a:r>
            <a:endParaRPr sz="1300"/>
          </a:p>
        </p:txBody>
      </p:sp>
      <p:sp>
        <p:nvSpPr>
          <p:cNvPr id="225" name="Google Shape;225;p22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DON'T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800000" y="1350000"/>
            <a:ext cx="3900000" cy="3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blindly copy-paste into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production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skip testing — AI code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looks right but can be subtly wrong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paste passwords or secrets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into prompts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ignore errors — paste them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back to the AI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trust AI on security or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money-related code without review</a:t>
            </a:r>
            <a:endParaRPr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e7a45acf09_0_69" title="Screenshot 2026-05-05 at 19.54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175" y="152400"/>
            <a:ext cx="548443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Takeaways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571500" y="1000000"/>
            <a:ext cx="80001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①  A prompt is just your message to the AI. The clearer, the better.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②  Use the **R.T.C.F. recipe** — Role, Task, Context, Format.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③  Three techniques cover most cases: zero-shot, few-shot, role-based.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④  AI sees text as **tokens**. Tokens cost money and have limits.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⑤  For tricky problems, add **"Let's think step by step"** — Chain-of-Thought.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⑥  **Vibe coding** = describe → generate → run → refine. Repeat.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⑦  AI tools are powerful, but you are still the driver.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Read what they write. Test it. Don't paste secrets.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Homework Before Next Session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571500" y="1000000"/>
            <a:ext cx="8000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Pick one real task from your daily work.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(Writing a Jira ticket, drafting an email, debugging a function — anything.)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Solve it twice using ChatGPT (or any AI):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•  First with a one-line lazy prompt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•  Then with a full R.T.C.F. prompt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Try Chain-of-Thought on a math/logic problem.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See the difference for yourself.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4.  Try one vibe coding tool —</a:t>
            </a: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Cursor</a:t>
            </a: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1" lang="en-US" sz="15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Antigravity or Windsurf</a:t>
            </a: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/>
        </p:nvSpPr>
        <p:spPr>
          <a:xfrm>
            <a:off x="500000" y="150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Questions?</a:t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500000" y="24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Today: how to TALK to AI.   Next: how to BUILD with it.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500000" y="35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Saksham Arora  •  Software Engineer II @ Intuit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